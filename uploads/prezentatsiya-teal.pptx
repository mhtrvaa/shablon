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4898" y="78089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BIZNES TAQDIMOTI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va professional taqdimot shabloni — kompaniyangiz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yoki loyihangizni ishonchli tarzda taqdim eting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585216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 NOMI   •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 HAQIMIZDA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mijozlarimizga sifatli va ishonchli yechimlar taqdim etishga ixtisoslashgan jamoamiz. Har bir loyihaga individual yondashuv, shaffof muloqot va o'z vaqtida bajarish — bizning asosiy tamoyillarimiz.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3" y="24341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23682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Maqsadimiz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52360" y="2715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mijoz uchun aniq natija berish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3383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48569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Qadriyatlarimiz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52360" y="3767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Halollik, sifat va doimiy rivojlanish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92240" y="44348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453725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4471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Jamoamiz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452360" y="4818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Sohasida tajribali 20+ mutaxassis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 NIMADA?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Bozorda ko'plab kompaniyalar quyidagi qiyinchiliklarga duch kelmoqda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2414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317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3" y="24341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Samarasiz jarayonlar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840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Qo'lda bajariladigan ishlar vaqt va resurs isrofiga olib keladi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2414A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3317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93" y="243413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Ishonchsizlik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 sifat va xavfsizlikka kafolat topa olmayapti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241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317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613" y="243413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Sekin natija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 tezroq harakat qilib, bozorni egallab bormoqda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BIZNING YECHIMIMIZ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FF6F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18205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Jarayonlarni raqamlashtirib, vaqtni tejaymiz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FF6F6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18205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Kafolat va xavfsizlik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3796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bosqichda sifat nazorati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703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FF6F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05840" y="3977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" y="40608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hisobotlar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0584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real vaqtda kuzatib borish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03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FF6F6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406085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ishga tushirish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53796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muddatda amaliyotga joriy etish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XIZMATLARIMIZ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3864254"/>
            <a:ext cx="592531" cy="5925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685800"/>
            <a:ext cx="566928" cy="566928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770" y="765170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0" y="685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Konsalting xizmati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4920" y="9966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Biznesingiz uchun strategik maslahatlar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2103120"/>
            <a:ext cx="566928" cy="566928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770" y="2182490"/>
            <a:ext cx="408188" cy="408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4920" y="2103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va hisobot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74920" y="2414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 bozor va raqamli tahlillar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43400" y="3520440"/>
            <a:ext cx="566928" cy="566928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70" y="3599810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4920" y="3520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qo'llab-quvvatlash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074920" y="38313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ishonchli yordam xizmati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343400" y="4937760"/>
            <a:ext cx="566928" cy="566928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770" y="5017130"/>
            <a:ext cx="408188" cy="4081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74920" y="4937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hamkorlik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074920" y="524865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bozorlarga chiqish imkoniyati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RAQAMLARDA NATIJALAR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60220" y="27432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Muvaffaqiyatli loyihalar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94860" y="27432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566160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 qoniqishi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29500" y="27432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0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a'zolari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264140" y="27432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235440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 tajriba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So'nggi 3 yil ichida erishilgan yutuqlarimiz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BIZNING JAMOA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94460" y="1737360"/>
            <a:ext cx="1371600" cy="1371600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1929384"/>
            <a:ext cx="987552" cy="987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Aziz Karimov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direktor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29100" y="1737360"/>
            <a:ext cx="1371600" cy="1371600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929384"/>
            <a:ext cx="987552" cy="9875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Dilnoza Yusupova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rahbari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63740" y="1737360"/>
            <a:ext cx="1371600" cy="1371600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1929384"/>
            <a:ext cx="987552" cy="9875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Sardor Aliyev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9224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direktor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898380" y="1737360"/>
            <a:ext cx="1371600" cy="1371600"/>
          </a:xfrm>
          <a:prstGeom prst="ellipse">
            <a:avLst/>
          </a:prstGeom>
          <a:solidFill>
            <a:srgbClr val="EFF6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404" y="1929384"/>
            <a:ext cx="987552" cy="9875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Madina Rashidova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32688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 menejeri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EFF6F6"/>
          </a:solidFill>
          <a:ln/>
        </p:spPr>
      </p:sp>
      <p:sp>
        <p:nvSpPr>
          <p:cNvPr id="20" name="Text 14"/>
          <p:cNvSpPr/>
          <p:nvPr/>
        </p:nvSpPr>
        <p:spPr>
          <a:xfrm>
            <a:off x="1051560" y="4892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Jamoamiz turli sohalardagi tajribani birlashtirib, mijozlarga kompleks va ishonchli yechimlar taqdim etadi.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BOG'LANING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Loyihangiz haqida gaplashishga tayyormiz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468880" y="3749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491" y="3838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+998 90 123 45 67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3749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31" y="383865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info@example.com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052560" y="3749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171" y="3838651"/>
            <a:ext cx="460858" cy="4608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Toshkent, O'zbekiston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2026-08-14T04:39:12Z</dcterms:created>
  <dcterms:modified xsi:type="dcterms:W3CDTF">2026-08-14T04:39:12Z</dcterms:modified>
</cp:coreProperties>
</file>